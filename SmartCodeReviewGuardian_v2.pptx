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28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320040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SMARTR365  ·  AI PRODUCT ENGINEER CHALLENGE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6751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plugin that reviews your git diff before it reaches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— structured, evidence-backed, reusable harness.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2651760" cy="82296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66928" y="3941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Components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41788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· Skills · Subagents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· MCP · Evals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3886200"/>
            <a:ext cx="2651760" cy="82296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01568" y="3941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Specialist Agents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41788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Tests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Security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2651760" cy="82296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36208" y="3941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41788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Cursor + Sonnet 4.6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AI-native workflow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Broken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2519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12064" y="1097280"/>
            <a:ext cx="502920" cy="2468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12064" y="1097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" y="10424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44475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ships without tests. CI passes. Production breaks. Reviewer assumed tests existed.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914400"/>
            <a:ext cx="42519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74336" y="1097280"/>
            <a:ext cx="502920" cy="2468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74336" y="1097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86984" y="10424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74336" y="144475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imports the DB directly. Works today. Six months later, nothing is testable.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2519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12064" y="2999232"/>
            <a:ext cx="502920" cy="24688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2064" y="29992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" y="2944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Diffs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" y="3346704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pastes a live API key. Reviewer skims 800 lines on Friday. It merges.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2816352"/>
            <a:ext cx="42519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74336" y="2999232"/>
            <a:ext cx="50292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74336" y="29992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6984" y="2944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Left Behind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74336" y="3346704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 var REDIS_URL never reaches the README. Next developer burns an hour debugging.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754880"/>
            <a:ext cx="8449056" cy="310896"/>
          </a:xfrm>
          <a:prstGeom prst="rect">
            <a:avLst/>
          </a:prstGeom>
          <a:solidFill>
            <a:srgbClr val="00C9A7">
              <a:alpha val="12000"/>
            </a:srgbClr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make this worse — plausible but incomplete code, faster than any human reviewer can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 Guardian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1920240" cy="137160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4904" y="14081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/review-pr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4904" y="1965960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invoke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58568" y="2029968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404872" y="1956816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1353312"/>
            <a:ext cx="1920240" cy="137160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532888" y="14081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32888" y="1965960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JSON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2029968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62856" y="1956816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353312"/>
            <a:ext cx="1920240" cy="137160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90872" y="14081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Subagents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90872" y="1965960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specialist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74536" y="2029968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20840" y="1956816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93992" y="1353312"/>
            <a:ext cx="1920240" cy="137160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48856" y="14081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PASS/WARN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/FAIL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48856" y="1965960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18288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31520" y="3337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Diff-first — reviews what changed, not the whole repo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6048" y="3410712"/>
            <a:ext cx="18288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230368" y="3337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section — admits uncertainty instead of hallucinating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831336"/>
            <a:ext cx="18288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31520" y="37581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report schema — machine-parseable PASS/WARN/FAIL with evidence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56048" y="3831336"/>
            <a:ext cx="18288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230368" y="37581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Golden-case eval harness — npm run verify catches regressions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18288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31520" y="4178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REVIEW_POLICY.md — adapts to your team's scoring rules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This With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9384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93392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bulk generation, iteration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docs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93392" y="2825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manifest, commands, agents 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npm verify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93392" y="32735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proof harness, no AI needed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3721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93392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staged demo diffs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1170432"/>
            <a:ext cx="36576" cy="3657600"/>
          </a:xfrm>
          <a:prstGeom prst="rect">
            <a:avLst/>
          </a:prstGeom>
          <a:solidFill>
            <a:srgbClr val="2A3D5E"/>
          </a:solidFill>
          <a:ln w="1270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26280" y="1188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1481328"/>
            <a:ext cx="32918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26280" y="148132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151790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structured prompt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171907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ChatGPT to write a professional, detailed prompt for Cursor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2048256"/>
            <a:ext cx="32918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26280" y="204825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20848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+ Sonnet 4.6 scaffolds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56048" y="228600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skills, agents, hooks, evals — all components generated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26280" y="2615184"/>
            <a:ext cx="32918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26280" y="261518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56048" y="265176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56048" y="28529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docs, npm run verify, grep for placeholders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26280" y="3182112"/>
            <a:ext cx="32918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526280" y="318211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56048" y="32186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component prompts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56048" y="341985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concern per session: evals, MCP, MASTER_GUIDE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3749040"/>
            <a:ext cx="32918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526280" y="3749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56048" y="37856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 what ships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56048" y="398678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reject, or rewrite — AI proposed, I chose.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54880"/>
            <a:ext cx="841248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did the volume — I made the architectural calls.</a:t>
            </a:r>
            <a:endParaRPr lang="en-US" sz="12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E4E9299B-1012-FF59-33FD-B11BC9C50992}"/>
              </a:ext>
            </a:extLst>
          </p:cNvPr>
          <p:cNvSpPr/>
          <p:nvPr/>
        </p:nvSpPr>
        <p:spPr>
          <a:xfrm>
            <a:off x="350020" y="1489519"/>
            <a:ext cx="3840480" cy="384048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27B59D78-BB5C-B156-4AE2-73C4B17106A1}"/>
              </a:ext>
            </a:extLst>
          </p:cNvPr>
          <p:cNvSpPr/>
          <p:nvPr/>
        </p:nvSpPr>
        <p:spPr>
          <a:xfrm>
            <a:off x="502920" y="146633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739CEFD7-7CCB-6087-0E19-887BD4EE6176}"/>
              </a:ext>
            </a:extLst>
          </p:cNvPr>
          <p:cNvSpPr/>
          <p:nvPr/>
        </p:nvSpPr>
        <p:spPr>
          <a:xfrm>
            <a:off x="1993392" y="1457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11B66B8F-89E9-A2D4-10BD-5F1AA110A173}"/>
              </a:ext>
            </a:extLst>
          </p:cNvPr>
          <p:cNvSpPr/>
          <p:nvPr/>
        </p:nvSpPr>
        <p:spPr>
          <a:xfrm>
            <a:off x="1993392" y="1929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agent sessions, multi-file edits</a:t>
            </a:r>
            <a:endParaRPr lang="en-US" sz="95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751ABEC9-0B5D-F9B0-99F6-6A7684FCB881}"/>
              </a:ext>
            </a:extLst>
          </p:cNvPr>
          <p:cNvSpPr/>
          <p:nvPr/>
        </p:nvSpPr>
        <p:spPr>
          <a:xfrm>
            <a:off x="2003387" y="147468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cs typeface="Calibri" pitchFamily="34" charset="-120"/>
              </a:rPr>
              <a:t>Crafted the initial structured prompt for Cursor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Prompted — and What I Rejected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5029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34747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347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005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1252728"/>
            <a:ext cx="438912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96112" y="127101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Claude Code plugin with commands, skills, subagents, hooks, evals — not a one-off script. Structured PASS/WARN/FAIL, diff-first context engineering, golden eval cases including a false-positive guard."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176272"/>
            <a:ext cx="5029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47472" y="2176272"/>
            <a:ext cx="347472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7472" y="2176272"/>
            <a:ext cx="347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2677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prompt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2514600"/>
            <a:ext cx="438912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96112" y="25328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golden-case eval harness. No live LLM calls — keyword and severity assertions only. Include a false-positive guard: docs-only diff must not trigger a missing-test warning."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438144"/>
            <a:ext cx="5029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7472" y="3438144"/>
            <a:ext cx="34747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47472" y="3438144"/>
            <a:ext cx="347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5295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" y="3776472"/>
            <a:ext cx="438912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96112" y="37947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against requirements. Flag: missing components, placeholder URLs, broken paths, intrusive hooks. List what to fix — don't auto-fix."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59552" y="914400"/>
            <a:ext cx="36576" cy="37947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71500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rejected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0" y="1280160"/>
            <a:ext cx="3154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788152" y="1444752"/>
            <a:ext cx="256032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788152" y="14447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13350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mega-prompt for all reviews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15544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Unmaintainable — split into 4 specialist subagents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1956816"/>
            <a:ext cx="3154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788152" y="2121408"/>
            <a:ext cx="256032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788152" y="21214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201168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findings in agents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22311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agents must not silently change your code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633472"/>
            <a:ext cx="3154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788152" y="2798064"/>
            <a:ext cx="256032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788152" y="27980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44768" y="26883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on every shell command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Intrusive — warn-only pre-commit/push instead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15000" y="3310128"/>
            <a:ext cx="3154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788152" y="3474720"/>
            <a:ext cx="256032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788152" y="34747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44768" y="33649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GitHub URLs in manifest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44768" y="35844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before submission for credibility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15000" y="3986784"/>
            <a:ext cx="3154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788152" y="4151376"/>
            <a:ext cx="256032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788152" y="41513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44768" y="40416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calls in eval harness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44768" y="42611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in CI — keyword assertions instead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Components Implemented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91440" cy="8778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402336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9264" y="987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(5)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/review-pr  /check-tests  /check-docs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/review-architecture  /run-review-evals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91440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02336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1975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Skills (4)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code-review-skill (orchestrator)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test / docs skills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91440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402336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9264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Subagents (4)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273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read-only reviewers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disallowedTools: Write, Edit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877056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20040" y="3877056"/>
            <a:ext cx="91440" cy="87782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402336" cy="21945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9264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42611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banner + pre-commit/push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warn-only default — strict opt-in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07408" y="914400"/>
            <a:ext cx="36576" cy="40690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572000" y="914400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572000" y="914400"/>
            <a:ext cx="91440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5488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12984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review-context-stub.js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MCP — ready for GitHub PR metadata + CI status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267712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572000" y="2267712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5488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2651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cases · npm run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severity assertions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LLM calls — CI-ready exit codes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621024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572000" y="3621024"/>
            <a:ext cx="91440" cy="1234440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54880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Scripts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40050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collect-git-context.js — git →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validate-review-output.js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session-banner.js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— Addressed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225296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84448" y="1097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review-context-stub.js — stdio server, clean swap point for GitHub + CI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1709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1837944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84448" y="17099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slash commands: /review-pr, /check-tests, /check-docs, /review-architecture, /run-review-evals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32257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3225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56432" y="2450592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584448" y="23225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skills (orchestrator + 3 specialists) — fork one without touching others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35224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2935224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29352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Subagents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56432" y="3063240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84448" y="29352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read-only agents — disallowedTools: Write, Edit — clear success/failure criteria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2688" y="35478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56432" y="3675888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584448" y="35478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banner + pre-commit/pre-push git hooks — warn-only, strict opt-in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2688" y="41605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Discipline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56432" y="4288536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584448" y="41605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cases — npm run verify — keyword + severity assertions — CI exit codes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Context Does the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Diff-first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changed — prevents hallucinated file references.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075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git 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collects context before Claude sees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2779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section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 beats confident hallucination.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subagents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disallowedTools: Write, Edit — can't silently fix your code.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4187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REVIEW_POLICY.md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severity and scoring thresholds.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62272" y="914400"/>
            <a:ext cx="36576" cy="41148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 Modes Prevented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316736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736592" y="1481328"/>
            <a:ext cx="2743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36592" y="1481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test paths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Glob verify before claiming a test file exists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020824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36592" y="2185416"/>
            <a:ext cx="2743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36592" y="21854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075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flood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 case: docs-only diff must not warn about tests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724912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36592" y="2889504"/>
            <a:ext cx="2743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736592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2779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tool use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maxTurns: 12–15 on every subagent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429000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736592" y="3593592"/>
            <a:ext cx="2743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36592" y="3593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agent failure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2064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validate-review-output.js checks required sections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133088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736592" y="4297680"/>
            <a:ext cx="2743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736592" y="4297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4187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Mega-prompt decay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12064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Separate skill files — one change point per concern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PR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Without Tests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calculateDiscount() added to pricing.ts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HIGH · Tests — no pricing.test.ts change detected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Add: negativeAmount, goldTier, standardTier cases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33488" y="1472184"/>
            <a:ext cx="123444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33488" y="1472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WARN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404872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496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Hits the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752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UserController imports database/client, runs raw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535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HIGH · Architecture — layer boundary violation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3172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Move query to repository layer; inject via interface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2734056"/>
            <a:ext cx="123444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333488" y="27340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WARN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3666744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640080" cy="111556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366674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37581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Key Committed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0142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sk-live-... string in config.ts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2153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CRITICAL · Security — secret detected (redacted)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" y="4434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Rotate immediately; use env var; run git-filter-repo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33488" y="3995928"/>
            <a:ext cx="1234440" cy="42062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333488" y="39959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FAIL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/smart-code-review-guardian:review-pr   |   Verify: npm run verify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Test Cases  ·  npm run verify  ·  No live LLM calls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75488" cy="530352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1380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6002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Tests, MEDIUM/HIGH, calculateDiscount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475488" cy="530352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94767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2002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architecture-violation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22219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Architecture, HIGH, layer-boundary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475488" cy="530352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56946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2624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28437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Documentation, MEDIUM, README reference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91256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475488" cy="530352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319125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" y="3246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false-positive-guard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" y="346557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mustNOT include: 'missing test' on a docs-only diff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65760" y="3813048"/>
            <a:ext cx="475488" cy="530352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5760" y="381304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" y="3867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" y="40873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Security, CRITICAL, secret (redacted in output)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4114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645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CI harness — no API key. Exit 0 = pass, exit 1 = fail.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645152"/>
            <a:ext cx="4114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54880" y="4645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roadmap: LLM-as-judge on frozen diffs with human labels.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Beyond One Repo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162848"/>
          </a:solidFill>
          <a:ln w="1143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572768" y="1161288"/>
            <a:ext cx="438912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72768" y="1161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/review-pr before git push — fixes issues before the PR is even opened.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651760" cy="1371600"/>
          </a:xfrm>
          <a:prstGeom prst="rect">
            <a:avLst/>
          </a:prstGeom>
          <a:solidFill>
            <a:srgbClr val="162848"/>
          </a:solidFill>
          <a:ln w="1143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07408" y="1161288"/>
            <a:ext cx="4389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07408" y="1161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REVIEW_POLICY.md, distributes via marketplace. One config, all teams.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15568"/>
            <a:ext cx="2651760" cy="1371600"/>
          </a:xfrm>
          <a:prstGeom prst="rect">
            <a:avLst/>
          </a:prstGeom>
          <a:solidFill>
            <a:srgbClr val="162848"/>
          </a:solidFill>
          <a:ln w="1143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242048" y="1161288"/>
            <a:ext cx="438912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242048" y="1161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strict hooks + CI gates. CRITICAL findings block push in regulated environments.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three Smartr teams adopted this tomorrow…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8412480" cy="374904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REVIEW_POLICY.md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3108960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Team-scoped override file (policy/team-name.yaml) — no conflict between teams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8412480" cy="374904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3547872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26080" y="3547872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Fork one skill per domain; same interface, different rules — no prompt spaghetti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86784"/>
            <a:ext cx="8412480" cy="374904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8640" y="398678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26080" y="3986784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team-specific golden scenarios from historical PRs in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8412480" cy="374904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44256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stub → real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926080" y="4425696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Swap review-context-stub.js for GitHub MCP — commands and skills unchanged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features without measurement and guardrails don't survive production adoption."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What's Next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 Made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840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evals vs live LLM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CI-safe now; LLM-as-judge on 1-month 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3840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stub vs real GitHub MCP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 for submission; integration point is clean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3840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Warn-only hooks default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empathy over enforcement; strict mode opt-in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3840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" y="3858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output vs pure JSON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first; validate-review-output.js adds parseable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62272" y="914400"/>
            <a:ext cx="36576" cy="41605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1316736"/>
            <a:ext cx="4206240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804672" cy="1115568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0" y="1316736"/>
            <a:ext cx="8046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9552" y="1408176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Action: npm run verify on plugin 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override file (policy/local.yaml loader)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 scaffolding on frozen diff fixtures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542032"/>
            <a:ext cx="4206240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63440" y="2542032"/>
            <a:ext cx="804672" cy="1115568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63440" y="2542032"/>
            <a:ext cx="8046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9552" y="2633472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MCP — post review comments on PRs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integration in pre-commit hook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Team-specific golden cases from historical PRs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67328"/>
            <a:ext cx="4206240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663440" y="3767328"/>
            <a:ext cx="804672" cy="1115568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663440" y="3767328"/>
            <a:ext cx="8046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9552" y="385876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 pipeline on labelled diffs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review for PRs &gt;100 KB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WARN/FAIL rates, false positive trends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 Guardian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evaluable, guardrailed Claude Code plugin — built with an AI-native workflow.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481328" cy="118872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Harness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874520"/>
            <a:ext cx="1481328" cy="118872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176272" y="19385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76272" y="2304288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03904" y="1874520"/>
            <a:ext cx="1481328" cy="118872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03904" y="19385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03904" y="2304288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diff-first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1874520"/>
            <a:ext cx="1481328" cy="118872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31536" y="19385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31536" y="2304288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one skill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plugin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59168" y="1874520"/>
            <a:ext cx="1481328" cy="118872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59168" y="19385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59168" y="2304288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Cursor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Sonnet 4.6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features without measurement and guardrails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survive production adoption."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1600</Words>
  <Application>Microsoft Office PowerPoint</Application>
  <PresentationFormat>On-screen Show (16:9)</PresentationFormat>
  <Paragraphs>308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Code Review Guardian</dc:title>
  <dc:subject>PptxGenJS Presentation</dc:subject>
  <dc:creator>PptxGenJS</dc:creator>
  <cp:lastModifiedBy>Jamadi Khiabani, Parisa</cp:lastModifiedBy>
  <cp:revision>5</cp:revision>
  <dcterms:created xsi:type="dcterms:W3CDTF">2026-05-31T12:08:06Z</dcterms:created>
  <dcterms:modified xsi:type="dcterms:W3CDTF">2026-05-31T12:27:48Z</dcterms:modified>
</cp:coreProperties>
</file>