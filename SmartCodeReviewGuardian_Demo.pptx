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42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310896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SMARTR365  ·  AI PRODUCT ENGINEER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583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Code Review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Code plugin that reviews your git diff before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a human reviewer — structured, evidence-backed, reusable.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40233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4005072"/>
            <a:ext cx="2651760" cy="86868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66928" y="405993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Components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43159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Skills, Subagents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MCP, Evals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4005072"/>
            <a:ext cx="2651760" cy="86868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401568" y="405993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Specialist Agents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01568" y="43159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Tests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Security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4005072"/>
            <a:ext cx="2651760" cy="868680"/>
          </a:xfrm>
          <a:prstGeom prst="rect">
            <a:avLst/>
          </a:prstGeom>
          <a:solidFill>
            <a:srgbClr val="162848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36208" y="405993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43159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golden eval cases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CI-ready harness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731520"/>
            <a:ext cx="1554480" cy="155448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406640" y="914400"/>
            <a:ext cx="1188720" cy="1188720"/>
          </a:xfrm>
          <a:prstGeom prst="ellipse">
            <a:avLst/>
          </a:prstGeom>
          <a:solidFill>
            <a:srgbClr val="00C9A7">
              <a:alpha val="3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223760" y="77724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Is Broken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25196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12064" y="1143000"/>
            <a:ext cx="50292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12064" y="11430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" y="1508760"/>
            <a:ext cx="3913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logic ships without tests. CI passes. Production breaks. Reviewer assumed tests existed.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9744" y="960120"/>
            <a:ext cx="425196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974336" y="1143000"/>
            <a:ext cx="50292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74336" y="11430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86984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Drift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74336" y="1508760"/>
            <a:ext cx="3913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imports the DB directly. Works today. Six months later, nothing is testable.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880360"/>
            <a:ext cx="425196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12064" y="3063240"/>
            <a:ext cx="502920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12064" y="3063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" y="3017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Diffs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" y="3429000"/>
            <a:ext cx="3913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pastes a live API key. Reviewer skims 800 lines on Friday. It merges.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9744" y="2880360"/>
            <a:ext cx="425196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74336" y="3063240"/>
            <a:ext cx="502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974336" y="3063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86984" y="3017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Left Behind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74336" y="3429000"/>
            <a:ext cx="3913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env var REDIS_URL never reaches the README. Next developer burns an hour debugging.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736592"/>
            <a:ext cx="8449056" cy="329184"/>
          </a:xfrm>
          <a:prstGeom prst="rect">
            <a:avLst/>
          </a:prstGeom>
          <a:solidFill>
            <a:srgbClr val="00C9A7">
              <a:alpha val="12000"/>
            </a:srgbClr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2920" y="47365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 make this worse — they generate plausible but incomplete code at scale, faster than humans can review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Code Review Guardian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7472" y="1417320"/>
            <a:ext cx="1901952" cy="1417320"/>
          </a:xfrm>
          <a:prstGeom prst="rect">
            <a:avLst/>
          </a:prstGeom>
          <a:solidFill>
            <a:srgbClr val="162848"/>
          </a:solidFill>
          <a:ln w="1524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02336" y="1481328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/review-pr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" y="207568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invocation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67712" y="2084832"/>
            <a:ext cx="1828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414016" y="201168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417320"/>
            <a:ext cx="1901952" cy="1417320"/>
          </a:xfrm>
          <a:prstGeom prst="rect">
            <a:avLst/>
          </a:prstGeom>
          <a:solidFill>
            <a:srgbClr val="162848"/>
          </a:solidFill>
          <a:ln w="1524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542032" y="1481328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42032" y="207568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JSON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07408" y="2084832"/>
            <a:ext cx="1828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53712" y="201168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417320"/>
            <a:ext cx="1901952" cy="1417320"/>
          </a:xfrm>
          <a:prstGeom prst="rect">
            <a:avLst/>
          </a:prstGeom>
          <a:solidFill>
            <a:srgbClr val="162848"/>
          </a:solidFill>
          <a:ln w="1524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81728" y="1481328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Subagents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81728" y="207568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specialist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47104" y="2084832"/>
            <a:ext cx="1828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693408" y="201168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1901952" cy="1417320"/>
          </a:xfrm>
          <a:prstGeom prst="rect">
            <a:avLst/>
          </a:prstGeom>
          <a:solidFill>
            <a:srgbClr val="162848"/>
          </a:solidFill>
          <a:ln w="1524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21424" y="1481328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PASS/WARN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21424" y="207568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evidence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from a simple AI chat review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201168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49808" y="3474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Diff-first context — reviews what changed, not the whole repo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3547872"/>
            <a:ext cx="201168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230368" y="3474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 section — admits uncertainty instead of hallucinating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201168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49808" y="3904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report schema — machine-parseable PASS/WARN/FAIL with evidence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3977640"/>
            <a:ext cx="201168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230368" y="3904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Golden-case eval harness — npm run verify catches regressions without re-running Claude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4407408"/>
            <a:ext cx="201168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49808" y="4334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local REVIEW_POLICY.md — adapts to your team's scoring rules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Components Implemented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7764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91440" cy="8778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411480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987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 (5)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298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/review-pr  /check-tests  /check-docs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/review-architecture  /run-review-evals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397764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91440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41148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19751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Skills  (4)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code-review-skill (orchestrator)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/ test / docs skills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397764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0040" y="2889504"/>
            <a:ext cx="91440" cy="8778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57200" y="2999232"/>
            <a:ext cx="41148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29626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Subagents (4)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3273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read-only reviewers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disallowedTools: Write, Edit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prompts, bounded context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877056"/>
            <a:ext cx="397764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20040" y="3877056"/>
            <a:ext cx="91440" cy="87782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411480" cy="21945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39867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" y="39502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42611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 banner (Claude Code)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+ pre-push git hooks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warn-only default — strict opt-in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07408" y="914400"/>
            <a:ext cx="36576" cy="406908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572000" y="914400"/>
            <a:ext cx="4224528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572000" y="914400"/>
            <a:ext cx="91440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7548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Integration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12984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review-context-stub.js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MCP 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Primed for GitHub PR metadata + CI status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267712"/>
            <a:ext cx="4224528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572000" y="2267712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75488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54880" y="2651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golden test cases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 — CI-ready exit codes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severity assertions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LLM calls needed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3621024"/>
            <a:ext cx="4224528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572000" y="3621024"/>
            <a:ext cx="91440" cy="1234440"/>
          </a:xfrm>
          <a:prstGeom prst="rect">
            <a:avLst/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754880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Scripts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54880" y="40050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collect-git-context.js — git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validate-review-output.js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session-banner.js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Criterion — Addressed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0972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56432" y="1225296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584448" y="10972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review-context-stub.js — stdio MCP server, clean integration point for GitHub + CI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162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5760" y="170992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17099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56432" y="1837944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584448" y="170992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slash commands: /review-pr, /check-tests, /check-docs, /review-architecture, /run-review-evals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5760" y="2322576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5760" y="2322576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232257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Skills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56432" y="2450592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584448" y="232257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skills (orchestrator + 3 specialists) — fork one without touching others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935224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162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" y="2935224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2935224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" y="293522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Subagents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56432" y="3063240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584448" y="293522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read-only agents with clear success/failure criteria — disallowedTools: Write, Edit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65760" y="3547872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65760" y="3547872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2688" y="35478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56432" y="3675888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584448" y="354787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 banner + pre-commit/pre-push git hooks; warn-only default; strict mode opt-in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8412480" cy="530352"/>
          </a:xfrm>
          <a:prstGeom prst="rect">
            <a:avLst/>
          </a:prstGeom>
          <a:solidFill>
            <a:srgbClr val="162848"/>
          </a:solidFill>
          <a:ln w="6350">
            <a:solidFill>
              <a:srgbClr val="162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65760" y="4160520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65760" y="416052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2688" y="41605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Discipline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56432" y="4288536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584448" y="41605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golden cases; npm run verify; keyword + severity assertions; CI-friendly exit codes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Context Does the 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408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Diff-first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to what changed — not the whole monorepo. Prevents hallucinated file references.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94360" y="2112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git script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collects context before Claude sees it. Separates deterministic from probabilistic.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 section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054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uncertainty beats confident hallucination. Builds developer trust.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94360" y="3520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subagents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disallowedTools: Write, Edit. Review agents cannot silently fix your code.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39319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94360" y="4224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REVIEW_POLICY.md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severity, scores, and PASS/WARN/FAIL thresholds.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62272" y="914400"/>
            <a:ext cx="36576" cy="411480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Failure Modes — Prevented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1353312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736592" y="1517904"/>
            <a:ext cx="292608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36592" y="15179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1408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test paths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Glob verify before claiming a test file exists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057400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736592" y="2221992"/>
            <a:ext cx="292608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736592" y="222199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2112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flood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2064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Dedicated eval: docs-only diff must not warn about tests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761488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736592" y="2926080"/>
            <a:ext cx="292608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736592" y="29260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20640" y="28163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tool use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20640" y="3054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maxTurns: 12-15 on every subagent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465576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736592" y="3630168"/>
            <a:ext cx="292608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736592" y="36301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20640" y="3520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agent failure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120640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validate-review-output.js checks required sections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169664"/>
            <a:ext cx="420624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4736592" y="4334256"/>
            <a:ext cx="292608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736592" y="43342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4224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Mega-prompt decay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12064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Separate skill files — one change point per concern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PR Scenarios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15568"/>
          </a:xfrm>
          <a:prstGeom prst="rect">
            <a:avLst/>
          </a:prstGeom>
          <a:solidFill>
            <a:srgbClr val="16284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4008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Logic Without Tests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calculateDiscount() added to pricing.ts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HIGH · Tests — no pricing.test.ts change detected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cases: negativeAmount, goldTier, standardTier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33488" y="1472184"/>
            <a:ext cx="1234440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33488" y="1472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WARN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404872"/>
            <a:ext cx="8412480" cy="1115568"/>
          </a:xfrm>
          <a:prstGeom prst="rect">
            <a:avLst/>
          </a:prstGeom>
          <a:solidFill>
            <a:srgbClr val="16284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65760" y="2404872"/>
            <a:ext cx="64008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65760" y="2404872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2496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Hits the Database Directly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7706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UserController imports database/client and runs raw SQL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HIGH · Architecture — layer boundary violation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3000" y="318211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Move query to repository layer; inject via interface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2734056"/>
            <a:ext cx="1234440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333488" y="27340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WARN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3666744"/>
            <a:ext cx="8412480" cy="1115568"/>
          </a:xfrm>
          <a:prstGeom prst="rect">
            <a:avLst/>
          </a:prstGeom>
          <a:solidFill>
            <a:srgbClr val="162848"/>
          </a:solidFill>
          <a:ln w="12700">
            <a:solidFill>
              <a:srgbClr val="E8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" y="3666744"/>
            <a:ext cx="640080" cy="111556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3666744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43000" y="3758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Key Committed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0325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sk-live-... string committed in config.ts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42336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CRITICAL · Security — secret detected (redacted in report)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3000" y="444398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Rotate key immediately; use env var; run git-filter-repo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33488" y="3995928"/>
            <a:ext cx="1234440" cy="42062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333488" y="39959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FAIL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/smart-code-review-guardian:review-pr  |  Verify harness: npm run verify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It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Golden Test Cases  ·  npm run verify  ·  No live LLM calls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14081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162763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mustInclude: Tests, MEDIUM/HIGH, calculateDiscount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" y="1975104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1975104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20299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architecture-violation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" y="224942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mustInclude: Architecture, HIGH, layer-boundary 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5760" y="2596896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26517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documentation-gap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" y="287121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mustInclude: Documentation, MEDIUM, README reference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18688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5760" y="321868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76" y="32735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false-positive-guard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" y="34930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mustNOT include: 'missing test' on a docs-only diff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8412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475488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65760" y="384048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0976" y="3895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secret-detection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976" y="411480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mustInclude: Security, CRITICAL, secret (redacted in output)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416052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CI harness — no API key needed. Exit 0 = pass, exit 1 = fail.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4617720"/>
            <a:ext cx="411480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754880" y="4617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roadmap: LLM-as-judge on frozen diffs with human labels.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Beyond One Repo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417320"/>
          </a:xfrm>
          <a:prstGeom prst="rect">
            <a:avLst/>
          </a:prstGeom>
          <a:solidFill>
            <a:srgbClr val="162848"/>
          </a:solidFill>
          <a:ln w="1143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554480" y="1188720"/>
            <a:ext cx="45720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/review-pr before git push. Fixes issues before the PR is even opened.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51760" cy="1417320"/>
          </a:xfrm>
          <a:prstGeom prst="rect">
            <a:avLst/>
          </a:prstGeom>
          <a:solidFill>
            <a:srgbClr val="162848"/>
          </a:solidFill>
          <a:ln w="1143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4572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38912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REVIEW_POLICY.md, distributes plugin via marketplace. One config, all teams.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51760" cy="1417320"/>
          </a:xfrm>
          <a:prstGeom prst="rect">
            <a:avLst/>
          </a:prstGeom>
          <a:solidFill>
            <a:srgbClr val="162848"/>
          </a:solidFill>
          <a:ln w="11430">
            <a:solidFill>
              <a:srgbClr val="E8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223760" y="1188720"/>
            <a:ext cx="457200" cy="27432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22376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strict hooks + CI gates. CRITICAL findings block push in regulated environments.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three Smartr teams adopted this tomorrow — what changes?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8412480" cy="393192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318211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REVIEW_POLICY.md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17520" y="3182112"/>
            <a:ext cx="5577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team-scoped override file (policy/team-name.yaml loader)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39312"/>
            <a:ext cx="8412480" cy="393192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17520" y="3639312"/>
            <a:ext cx="5577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Fork one skill per domain; same interface, different rules — no prompt spaghetti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8412480" cy="393192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48640" y="409651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cases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017520" y="4096512"/>
            <a:ext cx="5577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team-specific golden cases from historical PRs in minutes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553712"/>
            <a:ext cx="8412480" cy="393192"/>
          </a:xfrm>
          <a:prstGeom prst="rect">
            <a:avLst/>
          </a:prstGeom>
          <a:solidFill>
            <a:srgbClr val="162848"/>
          </a:solidFill>
          <a:ln w="6350">
            <a:solidFill>
              <a:srgbClr val="2A3D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48640" y="455371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stub → real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17520" y="4553712"/>
            <a:ext cx="5577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Swap review-context-stub.js for real GitHub MCP — commands unchanged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features without measurement and guardrails don't survive production adoption."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What's Next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I Made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84048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evals vs live LLM evals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CI-safe now; LLM-as-judge on 1-month roadmap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384048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stub vs real GitHub MCP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5054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needed for submission; integration point is clean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384048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Warn-only hooks default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empathy over strict enforcement; strict mode is opt-in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67328"/>
            <a:ext cx="384048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94360" y="3831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output vs pure JSON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first; validate-review-output.js adds parseable layer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62272" y="914400"/>
            <a:ext cx="36576" cy="411480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353312"/>
            <a:ext cx="4206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663440" y="1353312"/>
            <a:ext cx="804672" cy="1097280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63440" y="1353312"/>
            <a:ext cx="804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9552" y="14447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Action: npm run verify on plugin repo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override file (policy/local.yaml loader)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 scaffolding on frozen diff fixtures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560320"/>
            <a:ext cx="4206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663440" y="2560320"/>
            <a:ext cx="804672" cy="1097280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63440" y="2560320"/>
            <a:ext cx="804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59552" y="26517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GitHub MCP — post review comments on PRs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integration in pre-commit hook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Team-specific golden cases from historical PRs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767328"/>
            <a:ext cx="4206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663440" y="3767328"/>
            <a:ext cx="804672" cy="1097280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663440" y="3767328"/>
            <a:ext cx="804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59552" y="385876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eval pipeline on labelled diffs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review for PRs &gt;100 KB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WARN/FAIL rates, false positive trends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Code Review Guardian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evaluable, guardrailed Claude Code plugin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1691640" cy="1234440"/>
          </a:xfrm>
          <a:prstGeom prst="rect">
            <a:avLst/>
          </a:prstGeom>
          <a:solidFill>
            <a:srgbClr val="162848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Harness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one-off prompt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1920240"/>
            <a:ext cx="1691640" cy="1234440"/>
          </a:xfrm>
          <a:prstGeom prst="rect">
            <a:avLst/>
          </a:prstGeom>
          <a:solidFill>
            <a:srgbClr val="162848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834640" y="19933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1691640" cy="1234440"/>
          </a:xfrm>
          <a:prstGeom prst="rect">
            <a:avLst/>
          </a:prstGeom>
          <a:solidFill>
            <a:srgbClr val="162848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0" y="19933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diff-first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1920240"/>
            <a:ext cx="1691640" cy="1234440"/>
          </a:xfrm>
          <a:prstGeom prst="rect">
            <a:avLst/>
          </a:prstGeom>
          <a:solidFill>
            <a:srgbClr val="162848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675120" y="19933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one skill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whole plugin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3337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features without measurement and guardrails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survive production adoption."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1295</Words>
  <Application>Microsoft Office PowerPoint</Application>
  <PresentationFormat>On-screen Show (16:9)</PresentationFormat>
  <Paragraphs>248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Code Review Guardian</dc:title>
  <dc:subject>PptxGenJS Presentation</dc:subject>
  <dc:creator>PptxGenJS</dc:creator>
  <cp:lastModifiedBy>Jamadi Khiabani, Parisa</cp:lastModifiedBy>
  <cp:revision>1</cp:revision>
  <dcterms:created xsi:type="dcterms:W3CDTF">2026-05-31T11:29:07Z</dcterms:created>
  <dcterms:modified xsi:type="dcterms:W3CDTF">2026-05-31T11:32:02Z</dcterms:modified>
</cp:coreProperties>
</file>